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59" r:id="rId5"/>
    <p:sldId id="263" r:id="rId6"/>
    <p:sldId id="264" r:id="rId7"/>
    <p:sldId id="257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vi-V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vi-V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vi-VN"/>
              <a:t>Bấm để chỉnh sửa kiểu tiêu đề phụ của Bản cái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A90FA-E908-46C1-989F-DF7EC4EABD70}" type="datetimeFigureOut">
              <a:rPr lang="vi-VN" smtClean="0"/>
              <a:t>04/12/2025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2AD2-DBE7-410F-BD29-222662B956E9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11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A90FA-E908-46C1-989F-DF7EC4EABD70}" type="datetimeFigureOut">
              <a:rPr lang="vi-VN" smtClean="0"/>
              <a:t>04/12/2025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2AD2-DBE7-410F-BD29-222662B956E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822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Đầu trang của Phầ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A90FA-E908-46C1-989F-DF7EC4EABD70}" type="datetimeFigureOut">
              <a:rPr lang="vi-VN" smtClean="0"/>
              <a:t>04/12/2025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2AD2-DBE7-410F-BD29-222662B956E9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151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A90FA-E908-46C1-989F-DF7EC4EABD70}" type="datetimeFigureOut">
              <a:rPr lang="vi-VN" smtClean="0"/>
              <a:t>04/12/2025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2AD2-DBE7-410F-BD29-222662B956E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66439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A90FA-E908-46C1-989F-DF7EC4EABD70}" type="datetimeFigureOut">
              <a:rPr lang="vi-VN" smtClean="0"/>
              <a:t>04/12/2025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2AD2-DBE7-410F-BD29-222662B956E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96814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A90FA-E908-46C1-989F-DF7EC4EABD70}" type="datetimeFigureOut">
              <a:rPr lang="vi-VN" smtClean="0"/>
              <a:t>04/12/2025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2AD2-DBE7-410F-BD29-222662B956E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1445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A90FA-E908-46C1-989F-DF7EC4EABD70}" type="datetimeFigureOut">
              <a:rPr lang="vi-VN" smtClean="0"/>
              <a:t>04/12/2025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2AD2-DBE7-410F-BD29-222662B956E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10946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4A90FA-E908-46C1-989F-DF7EC4EABD70}" type="datetimeFigureOut">
              <a:rPr lang="vi-VN" smtClean="0"/>
              <a:t>04/12/2025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4B2AD2-DBE7-410F-BD29-222662B956E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88605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A90FA-E908-46C1-989F-DF7EC4EABD70}" type="datetimeFigureOut">
              <a:rPr lang="vi-VN" smtClean="0"/>
              <a:t>04/12/2025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2AD2-DBE7-410F-BD29-222662B956E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45708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A90FA-E908-46C1-989F-DF7EC4EABD70}" type="datetimeFigureOut">
              <a:rPr lang="vi-VN" smtClean="0"/>
              <a:t>04/12/2025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2AD2-DBE7-410F-BD29-222662B956E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63204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A90FA-E908-46C1-989F-DF7EC4EABD70}" type="datetimeFigureOut">
              <a:rPr lang="vi-VN" smtClean="0"/>
              <a:t>04/12/2025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2AD2-DBE7-410F-BD29-222662B956E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28561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vi-V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vi-V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4A90FA-E908-46C1-989F-DF7EC4EABD70}" type="datetimeFigureOut">
              <a:rPr lang="vi-VN" smtClean="0"/>
              <a:t>04/12/2025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B4B2AD2-DBE7-410F-BD29-222662B956E9}" type="slidenum">
              <a:rPr lang="vi-VN" smtClean="0"/>
              <a:t>‹#›</a:t>
            </a:fld>
            <a:endParaRPr lang="vi-V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195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826006E-482A-D4B6-47BA-CB65984FB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51" y="1362456"/>
            <a:ext cx="10058400" cy="3566160"/>
          </a:xfrm>
        </p:spPr>
        <p:txBody>
          <a:bodyPr>
            <a:normAutofit fontScale="90000"/>
          </a:bodyPr>
          <a:lstStyle/>
          <a:p>
            <a:r>
              <a:rPr lang="vi-VN" sz="5400" dirty="0"/>
              <a:t>Kế hoạch của Project tổng hợp: </a:t>
            </a:r>
            <a:r>
              <a:rPr lang="vi-VN" sz="5400" b="1" dirty="0"/>
              <a:t>Thiết kế UART truyền tín hiệu từ FPGA đến PC</a:t>
            </a:r>
            <a:br>
              <a:rPr lang="vi-VN" sz="5400" dirty="0"/>
            </a:br>
            <a:r>
              <a:rPr lang="vi-VN" sz="5400" dirty="0"/>
              <a:t>						</a:t>
            </a:r>
            <a:br>
              <a:rPr lang="vi-VN" sz="5400" dirty="0"/>
            </a:br>
            <a:r>
              <a:rPr lang="vi-VN" sz="5400" dirty="0"/>
              <a:t>						JIT-</a:t>
            </a:r>
            <a:r>
              <a:rPr lang="vi-VN" sz="5400" dirty="0" err="1"/>
              <a:t>Intern</a:t>
            </a:r>
            <a:r>
              <a:rPr lang="vi-VN" sz="5400" dirty="0"/>
              <a:t> 2025	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67F4B274-1633-73EB-2FD6-9E0D57CF73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 dirty="0"/>
              <a:t>Người thực hiện: Nguyễn </a:t>
            </a:r>
            <a:r>
              <a:rPr lang="vi-VN" dirty="0" err="1"/>
              <a:t>THành</a:t>
            </a:r>
            <a:r>
              <a:rPr lang="vi-VN" dirty="0"/>
              <a:t> Đạt, Dương Anh tú</a:t>
            </a:r>
          </a:p>
        </p:txBody>
      </p:sp>
    </p:spTree>
    <p:extLst>
      <p:ext uri="{BB962C8B-B14F-4D97-AF65-F5344CB8AC3E}">
        <p14:creationId xmlns:p14="http://schemas.microsoft.com/office/powerpoint/2010/main" val="1416112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D87DA-2415-30C5-1751-0EBA2E3B4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C9ADC23-B209-649F-1B9F-D6E3471AF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" y="146305"/>
            <a:ext cx="9857232" cy="886968"/>
          </a:xfrm>
        </p:spPr>
        <p:txBody>
          <a:bodyPr>
            <a:normAutofit/>
          </a:bodyPr>
          <a:lstStyle/>
          <a:p>
            <a:r>
              <a:rPr lang="vi-VN" sz="4000" dirty="0"/>
              <a:t>Thiết kế UART truyền dữ liệu từ FPGA  đến PC </a:t>
            </a:r>
          </a:p>
        </p:txBody>
      </p:sp>
      <p:sp>
        <p:nvSpPr>
          <p:cNvPr id="5" name="Chỗ dành sẵn cho Nội dung 4">
            <a:extLst>
              <a:ext uri="{FF2B5EF4-FFF2-40B4-BE49-F238E27FC236}">
                <a16:creationId xmlns:a16="http://schemas.microsoft.com/office/drawing/2014/main" id="{B73AA276-5C70-C884-3877-D5DFECBFD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8" y="1271016"/>
            <a:ext cx="10058400" cy="4023360"/>
          </a:xfrm>
        </p:spPr>
        <p:txBody>
          <a:bodyPr/>
          <a:lstStyle/>
          <a:p>
            <a:r>
              <a:rPr lang="vi-VN" dirty="0"/>
              <a:t>Thiết kế UART để sẽ bao gồm các công việc chính như sau:</a:t>
            </a:r>
            <a:br>
              <a:rPr lang="vi-VN" dirty="0"/>
            </a:br>
            <a:endParaRPr lang="vi-VN" dirty="0"/>
          </a:p>
          <a:p>
            <a:r>
              <a:rPr lang="vi-VN" dirty="0"/>
              <a:t>- Thiết kế UART</a:t>
            </a:r>
          </a:p>
          <a:p>
            <a:r>
              <a:rPr lang="vi-VN" dirty="0"/>
              <a:t>- Thiết kế </a:t>
            </a:r>
            <a:r>
              <a:rPr lang="vi-VN" dirty="0" err="1"/>
              <a:t>module</a:t>
            </a:r>
            <a:r>
              <a:rPr lang="vi-VN" dirty="0"/>
              <a:t> điều khiển</a:t>
            </a:r>
          </a:p>
          <a:p>
            <a:r>
              <a:rPr lang="vi-VN" dirty="0"/>
              <a:t>- Tổng hợp </a:t>
            </a:r>
            <a:r>
              <a:rPr lang="vi-VN" dirty="0" err="1"/>
              <a:t>module</a:t>
            </a:r>
            <a:endParaRPr lang="vi-VN" dirty="0"/>
          </a:p>
          <a:p>
            <a:r>
              <a:rPr lang="vi-VN" dirty="0"/>
              <a:t>- Thử nghiệm trên mạch thật</a:t>
            </a:r>
          </a:p>
        </p:txBody>
      </p:sp>
    </p:spTree>
    <p:extLst>
      <p:ext uri="{BB962C8B-B14F-4D97-AF65-F5344CB8AC3E}">
        <p14:creationId xmlns:p14="http://schemas.microsoft.com/office/powerpoint/2010/main" val="1514293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50F6F-BC83-F708-576D-B40C32133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CE0C2E9-E2F5-ED6B-D608-24C56B258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1752"/>
            <a:ext cx="9756648" cy="693159"/>
          </a:xfrm>
        </p:spPr>
        <p:txBody>
          <a:bodyPr>
            <a:noAutofit/>
          </a:bodyPr>
          <a:lstStyle/>
          <a:p>
            <a:r>
              <a:rPr lang="vi-VN" sz="3600" dirty="0"/>
              <a:t>Thiết kế UART truyền dữ liệu từ FPGA  đến PC 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2310327-CA02-02A4-28BB-47568CD88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96" y="1342814"/>
            <a:ext cx="9939528" cy="4023360"/>
          </a:xfrm>
        </p:spPr>
        <p:txBody>
          <a:bodyPr/>
          <a:lstStyle/>
          <a:p>
            <a:r>
              <a:rPr lang="vi-VN" dirty="0"/>
              <a:t>- Với thiết kế UART, các công việc bao gồm:</a:t>
            </a:r>
          </a:p>
          <a:p>
            <a:r>
              <a:rPr lang="vi-VN" dirty="0"/>
              <a:t>+ Tìm hiểu UART:</a:t>
            </a:r>
          </a:p>
          <a:p>
            <a:r>
              <a:rPr lang="vi-VN" dirty="0"/>
              <a:t>+ Thiết kế RTL:</a:t>
            </a:r>
          </a:p>
          <a:p>
            <a:r>
              <a:rPr lang="vi-VN" dirty="0"/>
              <a:t>+ Mô phỏng, </a:t>
            </a:r>
            <a:r>
              <a:rPr lang="vi-VN" dirty="0" err="1"/>
              <a:t>Debug</a:t>
            </a:r>
            <a:r>
              <a:rPr lang="vi-VN" dirty="0"/>
              <a:t>:</a:t>
            </a:r>
          </a:p>
          <a:p>
            <a:r>
              <a:rPr lang="vi-VN" dirty="0"/>
              <a:t>+ Thực nghiệm:</a:t>
            </a:r>
          </a:p>
          <a:p>
            <a:r>
              <a:rPr lang="vi-VN" dirty="0"/>
              <a:t>+ Phát triển thêm:</a:t>
            </a:r>
          </a:p>
        </p:txBody>
      </p:sp>
    </p:spTree>
    <p:extLst>
      <p:ext uri="{BB962C8B-B14F-4D97-AF65-F5344CB8AC3E}">
        <p14:creationId xmlns:p14="http://schemas.microsoft.com/office/powerpoint/2010/main" val="1747683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0FD35-DB68-5311-FCB4-46374BFA3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24FB506-BB5C-2F15-D940-E80599EA6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" y="268315"/>
            <a:ext cx="9756648" cy="693159"/>
          </a:xfrm>
        </p:spPr>
        <p:txBody>
          <a:bodyPr>
            <a:normAutofit/>
          </a:bodyPr>
          <a:lstStyle/>
          <a:p>
            <a:r>
              <a:rPr lang="vi-VN" sz="4000" dirty="0"/>
              <a:t>Thiết kế UART truyền dữ liệu từ FPGA  đến PC 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9CD2B488-618C-8744-D921-BB4084F57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342814"/>
            <a:ext cx="9939528" cy="4023360"/>
          </a:xfrm>
        </p:spPr>
        <p:txBody>
          <a:bodyPr/>
          <a:lstStyle/>
          <a:p>
            <a:r>
              <a:rPr lang="vi-VN" dirty="0"/>
              <a:t>- Với thiết kế </a:t>
            </a:r>
            <a:r>
              <a:rPr lang="vi-VN" dirty="0" err="1"/>
              <a:t>module</a:t>
            </a:r>
            <a:r>
              <a:rPr lang="vi-VN" dirty="0"/>
              <a:t> điều khiển, các công việc bao gồm:</a:t>
            </a:r>
          </a:p>
          <a:p>
            <a:r>
              <a:rPr lang="vi-VN" dirty="0"/>
              <a:t>+ Tìm hiểu, phân tích cấu trúc </a:t>
            </a:r>
            <a:r>
              <a:rPr lang="vi-VN" dirty="0" err="1"/>
              <a:t>module</a:t>
            </a:r>
            <a:r>
              <a:rPr lang="vi-VN" dirty="0"/>
              <a:t> điều khiển:</a:t>
            </a:r>
          </a:p>
          <a:p>
            <a:r>
              <a:rPr lang="vi-VN" dirty="0"/>
              <a:t>+ Thiết kế RTL cho </a:t>
            </a:r>
            <a:r>
              <a:rPr lang="vi-VN" dirty="0" err="1"/>
              <a:t>module</a:t>
            </a:r>
            <a:r>
              <a:rPr lang="vi-VN" dirty="0"/>
              <a:t> điều khiển:</a:t>
            </a:r>
          </a:p>
          <a:p>
            <a:r>
              <a:rPr lang="vi-VN" dirty="0"/>
              <a:t>+ Mô phỏng, </a:t>
            </a:r>
            <a:r>
              <a:rPr lang="vi-VN" dirty="0" err="1"/>
              <a:t>Debug</a:t>
            </a:r>
            <a:r>
              <a:rPr lang="vi-VN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31410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6EA4E-3CA5-F50E-74F2-41A358EB2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7C80EDE-6B93-F8CE-8FAE-D2B2AD3FA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" y="0"/>
            <a:ext cx="9756648" cy="693159"/>
          </a:xfrm>
        </p:spPr>
        <p:txBody>
          <a:bodyPr>
            <a:noAutofit/>
          </a:bodyPr>
          <a:lstStyle/>
          <a:p>
            <a:r>
              <a:rPr lang="vi-VN" sz="3600" dirty="0"/>
              <a:t>Thiết kế UART truyền dữ liệu từ FPGA  đến PC 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9C5F4E1E-309A-F289-F86E-06A5B1ABC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342814"/>
            <a:ext cx="9939528" cy="4023360"/>
          </a:xfrm>
        </p:spPr>
        <p:txBody>
          <a:bodyPr/>
          <a:lstStyle/>
          <a:p>
            <a:r>
              <a:rPr lang="vi-VN" dirty="0"/>
              <a:t>- Với phần tổng </a:t>
            </a:r>
            <a:r>
              <a:rPr lang="vi-VN" dirty="0" err="1"/>
              <a:t>hơp</a:t>
            </a:r>
            <a:r>
              <a:rPr lang="vi-VN" dirty="0"/>
              <a:t> </a:t>
            </a:r>
            <a:r>
              <a:rPr lang="vi-VN" dirty="0" err="1"/>
              <a:t>module</a:t>
            </a:r>
            <a:r>
              <a:rPr lang="vi-VN" dirty="0"/>
              <a:t>, các công việc bao gồm:</a:t>
            </a:r>
          </a:p>
          <a:p>
            <a:r>
              <a:rPr lang="vi-VN" dirty="0"/>
              <a:t>+ Chỉnh sửa lại các </a:t>
            </a:r>
            <a:r>
              <a:rPr lang="vi-VN" dirty="0" err="1"/>
              <a:t>module</a:t>
            </a:r>
            <a:r>
              <a:rPr lang="vi-VN" dirty="0"/>
              <a:t> cảm biến:</a:t>
            </a:r>
          </a:p>
          <a:p>
            <a:r>
              <a:rPr lang="vi-VN" dirty="0"/>
              <a:t>+ Thử nghiệm kết hợp:</a:t>
            </a:r>
          </a:p>
          <a:p>
            <a:pPr marL="0" indent="0">
              <a:buNone/>
            </a:pP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190017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6B1FE-E55F-7DD4-EA61-F790A4EB6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1F44412-AC78-BBD9-060D-579571D10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" y="268315"/>
            <a:ext cx="9756648" cy="693159"/>
          </a:xfrm>
        </p:spPr>
        <p:txBody>
          <a:bodyPr>
            <a:normAutofit/>
          </a:bodyPr>
          <a:lstStyle/>
          <a:p>
            <a:r>
              <a:rPr lang="vi-VN" sz="4000" dirty="0"/>
              <a:t>Thiết kế UART truyền dữ liệu từ FPGA  đến PC 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3E534CB-21F5-91A8-2D17-E9B57BFE7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342814"/>
            <a:ext cx="9939528" cy="4023360"/>
          </a:xfrm>
        </p:spPr>
        <p:txBody>
          <a:bodyPr/>
          <a:lstStyle/>
          <a:p>
            <a:r>
              <a:rPr lang="vi-VN" dirty="0"/>
              <a:t>- Với phần thử nghiệm trên mạch thật, các công việc bao gồm:</a:t>
            </a:r>
          </a:p>
          <a:p>
            <a:r>
              <a:rPr lang="vi-VN" dirty="0"/>
              <a:t>+ Chọn chân trên theo </a:t>
            </a:r>
            <a:r>
              <a:rPr lang="vi-VN" dirty="0" err="1"/>
              <a:t>schematic</a:t>
            </a:r>
            <a:r>
              <a:rPr lang="vi-VN" dirty="0"/>
              <a:t>:</a:t>
            </a:r>
          </a:p>
          <a:p>
            <a:r>
              <a:rPr lang="vi-VN" dirty="0"/>
              <a:t>+ Kiểm tra trên mạch thật:</a:t>
            </a:r>
          </a:p>
          <a:p>
            <a:pPr marL="0" indent="0">
              <a:buNone/>
            </a:pP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090968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4D47347-80FE-515F-E1A4-6E7ABEE74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28" y="511974"/>
            <a:ext cx="7626096" cy="748454"/>
          </a:xfrm>
        </p:spPr>
        <p:txBody>
          <a:bodyPr/>
          <a:lstStyle/>
          <a:p>
            <a:r>
              <a:rPr lang="vi-VN" dirty="0"/>
              <a:t>Kế hoạch về lịch trình dự kiến</a:t>
            </a:r>
          </a:p>
        </p:txBody>
      </p:sp>
      <p:graphicFrame>
        <p:nvGraphicFramePr>
          <p:cNvPr id="4" name="Chỗ dành sẵn cho Nội dung 3">
            <a:extLst>
              <a:ext uri="{FF2B5EF4-FFF2-40B4-BE49-F238E27FC236}">
                <a16:creationId xmlns:a16="http://schemas.microsoft.com/office/drawing/2014/main" id="{36B30F8F-DD1B-7E5A-B79F-21811B9E8E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4120153"/>
              </p:ext>
            </p:extLst>
          </p:nvPr>
        </p:nvGraphicFramePr>
        <p:xfrm>
          <a:off x="877506" y="1260428"/>
          <a:ext cx="10781094" cy="4892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6849">
                  <a:extLst>
                    <a:ext uri="{9D8B030D-6E8A-4147-A177-3AD203B41FA5}">
                      <a16:colId xmlns:a16="http://schemas.microsoft.com/office/drawing/2014/main" val="2570176827"/>
                    </a:ext>
                  </a:extLst>
                </a:gridCol>
                <a:gridCol w="1796849">
                  <a:extLst>
                    <a:ext uri="{9D8B030D-6E8A-4147-A177-3AD203B41FA5}">
                      <a16:colId xmlns:a16="http://schemas.microsoft.com/office/drawing/2014/main" val="1194453325"/>
                    </a:ext>
                  </a:extLst>
                </a:gridCol>
                <a:gridCol w="1796849">
                  <a:extLst>
                    <a:ext uri="{9D8B030D-6E8A-4147-A177-3AD203B41FA5}">
                      <a16:colId xmlns:a16="http://schemas.microsoft.com/office/drawing/2014/main" val="3939067340"/>
                    </a:ext>
                  </a:extLst>
                </a:gridCol>
                <a:gridCol w="1796849">
                  <a:extLst>
                    <a:ext uri="{9D8B030D-6E8A-4147-A177-3AD203B41FA5}">
                      <a16:colId xmlns:a16="http://schemas.microsoft.com/office/drawing/2014/main" val="564928911"/>
                    </a:ext>
                  </a:extLst>
                </a:gridCol>
                <a:gridCol w="1796849">
                  <a:extLst>
                    <a:ext uri="{9D8B030D-6E8A-4147-A177-3AD203B41FA5}">
                      <a16:colId xmlns:a16="http://schemas.microsoft.com/office/drawing/2014/main" val="2353909982"/>
                    </a:ext>
                  </a:extLst>
                </a:gridCol>
                <a:gridCol w="1796849">
                  <a:extLst>
                    <a:ext uri="{9D8B030D-6E8A-4147-A177-3AD203B41FA5}">
                      <a16:colId xmlns:a16="http://schemas.microsoft.com/office/drawing/2014/main" val="2115711038"/>
                    </a:ext>
                  </a:extLst>
                </a:gridCol>
              </a:tblGrid>
              <a:tr h="815478">
                <a:tc>
                  <a:txBody>
                    <a:bodyPr/>
                    <a:lstStyle/>
                    <a:p>
                      <a:pPr algn="ctr"/>
                      <a:endParaRPr lang="vi-V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Thứ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Thứ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Thứ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Thứ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Thứ 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269102"/>
                  </a:ext>
                </a:extLst>
              </a:tr>
              <a:tr h="815478">
                <a:tc>
                  <a:txBody>
                    <a:bodyPr/>
                    <a:lstStyle/>
                    <a:p>
                      <a:pPr algn="ctr"/>
                      <a:endParaRPr lang="vi-V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1526852"/>
                  </a:ext>
                </a:extLst>
              </a:tr>
              <a:tr h="815478"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208883"/>
                  </a:ext>
                </a:extLst>
              </a:tr>
              <a:tr h="815478"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266133"/>
                  </a:ext>
                </a:extLst>
              </a:tr>
              <a:tr h="815478"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1384522"/>
                  </a:ext>
                </a:extLst>
              </a:tr>
              <a:tr h="815478"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4782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6417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9CC20-9EC2-7188-5901-389D1BC84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887C456-962D-5AC3-4A09-2747A10F4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28" y="511974"/>
            <a:ext cx="7626096" cy="748454"/>
          </a:xfrm>
        </p:spPr>
        <p:txBody>
          <a:bodyPr/>
          <a:lstStyle/>
          <a:p>
            <a:r>
              <a:rPr lang="vi-VN" dirty="0"/>
              <a:t>Phân chia công việc</a:t>
            </a:r>
          </a:p>
        </p:txBody>
      </p:sp>
      <p:graphicFrame>
        <p:nvGraphicFramePr>
          <p:cNvPr id="6" name="Chỗ dành sẵn cho Nội dung 5">
            <a:extLst>
              <a:ext uri="{FF2B5EF4-FFF2-40B4-BE49-F238E27FC236}">
                <a16:creationId xmlns:a16="http://schemas.microsoft.com/office/drawing/2014/main" id="{423C18E8-9CF6-7491-9941-C8E91B71A7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4047728"/>
              </p:ext>
            </p:extLst>
          </p:nvPr>
        </p:nvGraphicFramePr>
        <p:xfrm>
          <a:off x="1160971" y="1736535"/>
          <a:ext cx="100583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9">
                  <a:extLst>
                    <a:ext uri="{9D8B030D-6E8A-4147-A177-3AD203B41FA5}">
                      <a16:colId xmlns:a16="http://schemas.microsoft.com/office/drawing/2014/main" val="3134904138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138867857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12209935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Công việc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Nguyễn Thành Đạt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Dương Anh Tú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080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435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684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069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619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vi-V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5329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6958235"/>
      </p:ext>
    </p:extLst>
  </p:cSld>
  <p:clrMapOvr>
    <a:masterClrMapping/>
  </p:clrMapOvr>
</p:sld>
</file>

<file path=ppt/theme/theme1.xml><?xml version="1.0" encoding="utf-8"?>
<a:theme xmlns:a="http://schemas.openxmlformats.org/drawingml/2006/main" name="Hoài niệm">
  <a:themeElements>
    <a:clrScheme name="Hoài niệm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Hoài niệm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oài niệm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29</TotalTime>
  <Words>294</Words>
  <Application>Microsoft Office PowerPoint</Application>
  <PresentationFormat>Màn hình rộng</PresentationFormat>
  <Paragraphs>38</Paragraphs>
  <Slides>8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Hoài niệm</vt:lpstr>
      <vt:lpstr>Kế hoạch của Project tổng hợp: Thiết kế UART truyền tín hiệu từ FPGA đến PC              JIT-Intern 2025 </vt:lpstr>
      <vt:lpstr>Thiết kế UART truyền dữ liệu từ FPGA  đến PC </vt:lpstr>
      <vt:lpstr>Thiết kế UART truyền dữ liệu từ FPGA  đến PC </vt:lpstr>
      <vt:lpstr>Thiết kế UART truyền dữ liệu từ FPGA  đến PC </vt:lpstr>
      <vt:lpstr>Thiết kế UART truyền dữ liệu từ FPGA  đến PC </vt:lpstr>
      <vt:lpstr>Thiết kế UART truyền dữ liệu từ FPGA  đến PC </vt:lpstr>
      <vt:lpstr>Kế hoạch về lịch trình dự kiến</vt:lpstr>
      <vt:lpstr>Phân chia công việc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 Nguyen</dc:creator>
  <cp:lastModifiedBy>Dat Nguyen</cp:lastModifiedBy>
  <cp:revision>7</cp:revision>
  <dcterms:created xsi:type="dcterms:W3CDTF">2025-12-04T08:08:58Z</dcterms:created>
  <dcterms:modified xsi:type="dcterms:W3CDTF">2025-12-04T08:40:34Z</dcterms:modified>
</cp:coreProperties>
</file>