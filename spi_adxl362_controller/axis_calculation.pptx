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56CD-3505-0ADA-F39F-148E4604C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F8825-8909-7F75-7F6C-0D1ED7326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291E4-1252-1C8E-2AB4-BD0F6C00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91EE6-4F69-EC5F-C6B0-126DC77D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CDDC1-3E65-EFCE-651A-31A5EB00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5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055E-B6B8-8CC2-0D5A-2B705F30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1BC6F-DCE1-E265-E185-5F0BAF7A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3DDC6-19C1-AEDF-B7BB-0D59D63C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40FC-1595-50D6-6461-1678B7BE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ED909-285D-390E-7C47-F2065D3E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1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FD28-CA25-5E80-6B1E-741A47A2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899B5-B9F9-0363-E3D5-61B6389E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04C7C-148F-CC7C-BBB6-3EDA6B9C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C1620-3EFF-4AB4-9E29-DB9531F1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E15C9-A7F4-16C4-50FA-2889EA3D6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7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7120-F0E1-8E6C-0688-6E4276BF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543B-7FFB-FE14-171B-A6460214D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E99D5-69C0-EEA8-CC40-00C0A0056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C9AFB-B875-030C-012C-0157EAE5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102E2-327B-5DDF-791C-69241D02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C847E-B72F-82E0-53E4-AAFDF53F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1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C559-97F5-2CEC-BC80-0FC373CC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2D24-8F08-E01D-0966-5B822520E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FCE0F-F3F5-3CF8-D332-CD3FB4131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62FB7-6B3F-DBD4-7899-72A56707F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736AB7-1690-942E-69C5-0AD0183B7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608FA-96EB-C565-CCFD-170EA586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08B43-D4F5-AD18-8F0E-9F60CDE0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36C24-F811-3786-15C6-7B0644FA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40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BED7-8397-6C01-65D8-3516E7C7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4D3E31-6546-553E-6A15-1827DD4E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C0E64-BBB7-49F4-EAD6-861ADC96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47A9B-D6AB-1137-50FF-5A38B5BE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2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171F8-84F9-897F-7EFB-96C25D93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68B75-E87A-78DF-84F2-30350380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39BC9-2B9D-42EE-9F39-76B430F1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8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3E2A-E712-3D44-4E99-6511456D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6F261-72B2-EBA6-8E84-4C09BEE25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0FB28-E4E5-C038-E413-376722CA6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1911B-E8CA-6A38-6AFA-341ED67E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87134-E832-9546-EA3C-770F6D2B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72945-CDA4-9EF7-48F8-537CF54E2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5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0FC0-4BF8-785E-815D-067235CF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8A86C-D1E6-A88E-04B5-C65D8C318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EB199-C05C-81B6-2D26-49CEBE04D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8131C-CE78-7806-0256-9ADDD080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8DF5B-4B0B-B548-AA35-25DA6F99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71538-CC03-1025-CAF0-DA6D27C2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6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218C-9251-6FB8-E4D4-55852BF1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20E1B-EBB5-EEC7-2EE7-0ADFD72D5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759E-1AEE-A9D2-20B0-A92D28FC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1BA65-C8E6-2F32-7626-8C90692A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90DEC-2CA7-BCB0-9FCE-0D47A5AB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2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04323B-0071-BE72-B849-3F3C0A952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DCB2E-BEB0-9039-B8FB-740534340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D1F33-B504-0DA3-356F-C9254976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D2570-AAB7-DF90-3FE6-E85C165F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C61CE-DAFB-AAB4-BCCF-36828140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4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805FD-478E-5308-EEDC-E1F8CD49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3A693-1858-C2AA-4870-BCD58D3BD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61183-66E4-8026-C0AE-4D3701F16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EDDF6-7D7E-4695-97BB-17EFE66E305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3706C-D9E2-3637-8E71-0CA8C1164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82885-85C9-4763-6466-9785D673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36314-E218-4DD8-BD5F-41F532BE1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8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5D82-0508-ACFA-3CA5-E5ABAC3AF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346" y="406399"/>
            <a:ext cx="8857970" cy="2602271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X: 0x0039 =&gt; 57</a:t>
            </a:r>
            <a:br>
              <a:rPr lang="en-US" sz="3200" dirty="0"/>
            </a:br>
            <a:r>
              <a:rPr lang="en-US" sz="3200" dirty="0"/>
              <a:t>Y: 0xFFEC =&gt; -20</a:t>
            </a:r>
            <a:br>
              <a:rPr lang="en-US" sz="3200" dirty="0"/>
            </a:br>
            <a:r>
              <a:rPr lang="en-US" sz="3200" dirty="0"/>
              <a:t>Z: 0xFCA0 =&gt; -864</a:t>
            </a:r>
            <a:br>
              <a:rPr lang="en-US" sz="3200" dirty="0"/>
            </a:br>
            <a:r>
              <a:rPr lang="en-US" sz="3200" dirty="0"/>
              <a:t>=&gt; </a:t>
            </a:r>
            <a:r>
              <a:rPr lang="en-US" sz="3200" dirty="0" err="1"/>
              <a:t>độ</a:t>
            </a:r>
            <a:r>
              <a:rPr lang="en-US" sz="3200" dirty="0"/>
              <a:t> </a:t>
            </a:r>
            <a:r>
              <a:rPr lang="en-US" sz="3200" dirty="0" err="1"/>
              <a:t>lớn</a:t>
            </a:r>
            <a:r>
              <a:rPr lang="en-US" sz="3200" dirty="0"/>
              <a:t> vector = sqrt(pow(x,2) + pow(y,2) + pow(z,2)) = 866.11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511C1-1E6F-1147-5244-5BA8B0AA3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0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X: 0x0039 =&gt; 57 Y: 0xFFEC =&gt; -20 Z: 0xFCA0 =&gt; -864 =&gt; độ lớn vector = sqrt(pow(x,2) + pow(y,2) + pow(z,2)) = 866.11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 Nguyen</dc:creator>
  <cp:lastModifiedBy>Dat Nguyen</cp:lastModifiedBy>
  <cp:revision>1</cp:revision>
  <dcterms:created xsi:type="dcterms:W3CDTF">2025-11-12T03:25:39Z</dcterms:created>
  <dcterms:modified xsi:type="dcterms:W3CDTF">2025-11-12T03:59:24Z</dcterms:modified>
</cp:coreProperties>
</file>